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 snapToGrid="0">
      <p:cViewPr>
        <p:scale>
          <a:sx n="100" d="100"/>
          <a:sy n="100" d="100"/>
        </p:scale>
        <p:origin x="1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785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624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598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10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29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6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5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77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01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30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0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49144-237A-466E-8DF9-4B36E05116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9CE0D-C9FD-4F9A-A479-79DD0A360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6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732" y="295275"/>
            <a:ext cx="6429868" cy="659451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 rot="16200000">
            <a:off x="8082442" y="3296430"/>
            <a:ext cx="1741251" cy="9724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solidFill>
                  <a:srgbClr val="00B050"/>
                </a:solidFill>
              </a:rPr>
              <a:t>H1=</a:t>
            </a:r>
          </a:p>
          <a:p>
            <a:pPr algn="ctr"/>
            <a:r>
              <a:rPr lang="en-US" altLang="ko-KR" sz="2400" b="1" dirty="0" smtClean="0">
                <a:solidFill>
                  <a:srgbClr val="00B050"/>
                </a:solidFill>
              </a:rPr>
              <a:t>Major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680903" y="123825"/>
            <a:ext cx="1741251" cy="7221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solidFill>
                  <a:srgbClr val="00B0F0"/>
                </a:solidFill>
              </a:rPr>
              <a:t>H2=</a:t>
            </a:r>
          </a:p>
          <a:p>
            <a:pPr algn="ctr"/>
            <a:r>
              <a:rPr lang="en-US" altLang="ko-KR" sz="2400" b="1" dirty="0" smtClean="0">
                <a:solidFill>
                  <a:srgbClr val="00B0F0"/>
                </a:solidFill>
              </a:rPr>
              <a:t>Minor</a:t>
            </a:r>
            <a:endParaRPr lang="ko-KR" altLang="en-US" sz="2400" b="1" dirty="0">
              <a:solidFill>
                <a:srgbClr val="00B0F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54094" y="5606577"/>
            <a:ext cx="1721795" cy="1283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132339" y="3745150"/>
            <a:ext cx="608996" cy="505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942759" y="2592562"/>
            <a:ext cx="745973" cy="550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solidFill>
                  <a:srgbClr val="00B0F0"/>
                </a:solidFill>
              </a:rPr>
              <a:t>tf2</a:t>
            </a:r>
            <a:endParaRPr lang="ko-KR" altLang="en-US" sz="2400" b="1" dirty="0">
              <a:solidFill>
                <a:srgbClr val="00B0F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533775" y="4377922"/>
            <a:ext cx="994119" cy="550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solidFill>
                  <a:srgbClr val="00B0F0"/>
                </a:solidFill>
              </a:rPr>
              <a:t>tw2</a:t>
            </a:r>
            <a:endParaRPr lang="ko-KR" altLang="en-US" sz="2400" b="1" dirty="0">
              <a:solidFill>
                <a:srgbClr val="00B0F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101194" y="1638642"/>
            <a:ext cx="994119" cy="550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solidFill>
                  <a:srgbClr val="00B050"/>
                </a:solidFill>
              </a:rPr>
              <a:t>tw1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075889" y="1791183"/>
            <a:ext cx="994119" cy="550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solidFill>
                  <a:srgbClr val="00B050"/>
                </a:solidFill>
              </a:rPr>
              <a:t>tf1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440086" y="2378963"/>
            <a:ext cx="635803" cy="42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33775" y="3242563"/>
            <a:ext cx="434164" cy="42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400550" y="1486788"/>
            <a:ext cx="434164" cy="42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00B05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04664" y="1477263"/>
            <a:ext cx="434164" cy="42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44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10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sbd</dc:creator>
  <cp:lastModifiedBy>sbd</cp:lastModifiedBy>
  <cp:revision>4</cp:revision>
  <dcterms:created xsi:type="dcterms:W3CDTF">2026-01-12T04:16:59Z</dcterms:created>
  <dcterms:modified xsi:type="dcterms:W3CDTF">2026-01-12T10:35:49Z</dcterms:modified>
</cp:coreProperties>
</file>