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18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62BF5-F2F2-47B6-B553-64B526FD8B05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6E7F9-15B8-4203-8646-A536715AA4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90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6E7F9-15B8-4203-8646-A536715AA47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47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8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16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12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25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94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96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9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97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60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25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5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FED6-EEBC-42D1-B911-F800A78CF7E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07CEE-B5D7-45A6-8C41-0A9CD0B25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28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059" y="1090775"/>
            <a:ext cx="3321961" cy="46013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9" y="1476375"/>
            <a:ext cx="3932447" cy="4215765"/>
          </a:xfrm>
          <a:prstGeom prst="rect">
            <a:avLst/>
          </a:prstGeom>
        </p:spPr>
      </p:pic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530C6691-1402-7F1C-B9D1-ED5D7F046566}"/>
              </a:ext>
            </a:extLst>
          </p:cNvPr>
          <p:cNvSpPr/>
          <p:nvPr/>
        </p:nvSpPr>
        <p:spPr>
          <a:xfrm>
            <a:off x="6952160" y="4330478"/>
            <a:ext cx="5107568" cy="561890"/>
          </a:xfrm>
          <a:prstGeom prst="parallelogram">
            <a:avLst>
              <a:gd name="adj" fmla="val 3592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200" b="0" i="1" dirty="0" err="1">
                <a:solidFill>
                  <a:srgbClr val="FF0000"/>
                </a:solidFill>
                <a:latin typeface="Cooper Black" panose="0208090404030B020404" pitchFamily="18" charset="0"/>
              </a:rPr>
              <a:t>Ex</a:t>
            </a:r>
            <a:r>
              <a:rPr lang="en-US" altLang="ko-KR" sz="4000" b="0" i="1" dirty="0" err="1">
                <a:solidFill>
                  <a:srgbClr val="002060"/>
                </a:solidFill>
                <a:latin typeface="Cooper Black" panose="0208090404030B020404" pitchFamily="18" charset="0"/>
              </a:rPr>
              <a:t>S</a:t>
            </a:r>
            <a:r>
              <a:rPr lang="en-US" altLang="ko-KR" sz="4400" b="0" i="1" baseline="0" dirty="0" err="1">
                <a:solidFill>
                  <a:srgbClr val="002060"/>
                </a:solidFill>
                <a:latin typeface="Cooper Black" panose="0208090404030B020404" pitchFamily="18" charset="0"/>
              </a:rPr>
              <a:t>lim</a:t>
            </a:r>
            <a:r>
              <a:rPr lang="en-US" altLang="ko-KR" sz="4400" b="0" i="1" baseline="0" dirty="0">
                <a:solidFill>
                  <a:srgbClr val="002060"/>
                </a:solidFill>
                <a:latin typeface="Cooper Black" panose="0208090404030B020404" pitchFamily="18" charset="0"/>
              </a:rPr>
              <a:t> - Beam</a:t>
            </a:r>
            <a:endParaRPr lang="ko-KR" altLang="en-US" sz="4800" b="0" i="1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8128509" y="4971297"/>
            <a:ext cx="821534" cy="0"/>
          </a:xfrm>
          <a:prstGeom prst="line">
            <a:avLst/>
          </a:prstGeom>
          <a:ln w="2032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8995749" y="4977031"/>
            <a:ext cx="1694971" cy="0"/>
          </a:xfrm>
          <a:prstGeom prst="line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평행 사변형 44">
            <a:extLst>
              <a:ext uri="{FF2B5EF4-FFF2-40B4-BE49-F238E27FC236}">
                <a16:creationId xmlns:a16="http://schemas.microsoft.com/office/drawing/2014/main" id="{530C6691-1402-7F1C-B9D1-ED5D7F046566}"/>
              </a:ext>
            </a:extLst>
          </p:cNvPr>
          <p:cNvSpPr/>
          <p:nvPr/>
        </p:nvSpPr>
        <p:spPr>
          <a:xfrm>
            <a:off x="6980375" y="4911468"/>
            <a:ext cx="5211625" cy="557018"/>
          </a:xfrm>
          <a:prstGeom prst="parallelogram">
            <a:avLst>
              <a:gd name="adj" fmla="val 3592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0" i="1" dirty="0">
                <a:solidFill>
                  <a:srgbClr val="FF0000"/>
                </a:solidFill>
                <a:latin typeface="Cooper Black" panose="0208090404030B020404" pitchFamily="18" charset="0"/>
              </a:rPr>
              <a:t>Composite - long span</a:t>
            </a:r>
            <a:endParaRPr lang="ko-KR" altLang="en-US" sz="2800" b="0" i="1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1351891" y="5188696"/>
            <a:ext cx="469375" cy="0"/>
          </a:xfrm>
          <a:prstGeom prst="line">
            <a:avLst/>
          </a:prstGeom>
          <a:ln w="2032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1853190" y="5185047"/>
            <a:ext cx="1493859" cy="3649"/>
          </a:xfrm>
          <a:prstGeom prst="line">
            <a:avLst/>
          </a:prstGeom>
          <a:ln w="203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/>
        </p:nvGrpSpPr>
        <p:grpSpPr>
          <a:xfrm>
            <a:off x="7829161" y="1523096"/>
            <a:ext cx="3232769" cy="2530358"/>
            <a:chOff x="644835" y="0"/>
            <a:chExt cx="4668026" cy="3634646"/>
          </a:xfrm>
        </p:grpSpPr>
        <p:sp>
          <p:nvSpPr>
            <p:cNvPr id="21" name="평행 사변형 20">
              <a:extLst>
                <a:ext uri="{FF2B5EF4-FFF2-40B4-BE49-F238E27FC236}">
                  <a16:creationId xmlns:a16="http://schemas.microsoft.com/office/drawing/2014/main" id="{9356E398-492F-6C34-64D6-CC11A8AA04BE}"/>
                </a:ext>
              </a:extLst>
            </p:cNvPr>
            <p:cNvSpPr/>
            <p:nvPr/>
          </p:nvSpPr>
          <p:spPr>
            <a:xfrm>
              <a:off x="1198162" y="24962"/>
              <a:ext cx="1091885" cy="1601186"/>
            </a:xfrm>
            <a:prstGeom prst="parallelogram">
              <a:avLst>
                <a:gd name="adj" fmla="val 71410"/>
              </a:avLst>
            </a:prstGeom>
            <a:solidFill>
              <a:srgbClr val="00206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5C29E4DD-2688-CA52-F219-776B7F0DE568}"/>
                </a:ext>
              </a:extLst>
            </p:cNvPr>
            <p:cNvSpPr/>
            <p:nvPr/>
          </p:nvSpPr>
          <p:spPr>
            <a:xfrm flipH="1">
              <a:off x="1176241" y="2071785"/>
              <a:ext cx="1193327" cy="1403157"/>
            </a:xfrm>
            <a:prstGeom prst="parallelogram">
              <a:avLst>
                <a:gd name="adj" fmla="val 70041"/>
              </a:avLst>
            </a:prstGeom>
            <a:solidFill>
              <a:srgbClr val="00206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sp>
          <p:nvSpPr>
            <p:cNvPr id="24" name="평행 사변형 23">
              <a:extLst>
                <a:ext uri="{FF2B5EF4-FFF2-40B4-BE49-F238E27FC236}">
                  <a16:creationId xmlns:a16="http://schemas.microsoft.com/office/drawing/2014/main" id="{78CB2221-8C84-45EA-D5CD-116C20568604}"/>
                </a:ext>
              </a:extLst>
            </p:cNvPr>
            <p:cNvSpPr/>
            <p:nvPr/>
          </p:nvSpPr>
          <p:spPr>
            <a:xfrm>
              <a:off x="2143854" y="3390620"/>
              <a:ext cx="1888395" cy="193672"/>
            </a:xfrm>
            <a:prstGeom prst="parallelogram">
              <a:avLst>
                <a:gd name="adj" fmla="val 77004"/>
              </a:avLst>
            </a:prstGeom>
            <a:solidFill>
              <a:srgbClr val="00206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1100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8CCEF90-7704-B196-8C86-91C94AF8CF57}"/>
                </a:ext>
              </a:extLst>
            </p:cNvPr>
            <p:cNvCxnSpPr/>
            <p:nvPr/>
          </p:nvCxnSpPr>
          <p:spPr>
            <a:xfrm flipH="1">
              <a:off x="1966854" y="816"/>
              <a:ext cx="2031852" cy="231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1AF7E4F-0EC4-7DD5-6800-F18929F6DC26}"/>
                </a:ext>
              </a:extLst>
            </p:cNvPr>
            <p:cNvCxnSpPr/>
            <p:nvPr/>
          </p:nvCxnSpPr>
          <p:spPr>
            <a:xfrm flipH="1" flipV="1">
              <a:off x="3973953" y="2065"/>
              <a:ext cx="818436" cy="160476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A7B373E-388D-047D-2C7F-F04833FB1E8B}"/>
                </a:ext>
              </a:extLst>
            </p:cNvPr>
            <p:cNvCxnSpPr/>
            <p:nvPr/>
          </p:nvCxnSpPr>
          <p:spPr>
            <a:xfrm flipH="1">
              <a:off x="3861253" y="2054361"/>
              <a:ext cx="890514" cy="155761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4A7B373E-388D-047D-2C7F-F04833FB1E8B}"/>
                </a:ext>
              </a:extLst>
            </p:cNvPr>
            <p:cNvCxnSpPr/>
            <p:nvPr/>
          </p:nvCxnSpPr>
          <p:spPr>
            <a:xfrm flipH="1">
              <a:off x="1164754" y="0"/>
              <a:ext cx="822935" cy="161995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21AF7E4F-0EC4-7DD5-6800-F18929F6DC26}"/>
                </a:ext>
              </a:extLst>
            </p:cNvPr>
            <p:cNvCxnSpPr/>
            <p:nvPr/>
          </p:nvCxnSpPr>
          <p:spPr>
            <a:xfrm flipH="1" flipV="1">
              <a:off x="1207588" y="2068855"/>
              <a:ext cx="911815" cy="156579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그룹 37"/>
            <p:cNvGrpSpPr/>
            <p:nvPr/>
          </p:nvGrpSpPr>
          <p:grpSpPr>
            <a:xfrm>
              <a:off x="1738912" y="717040"/>
              <a:ext cx="2835124" cy="2218901"/>
              <a:chOff x="1738912" y="717040"/>
              <a:chExt cx="2850173" cy="2268487"/>
            </a:xfrm>
          </p:grpSpPr>
          <p:sp>
            <p:nvSpPr>
              <p:cNvPr id="40" name="타원 39"/>
              <p:cNvSpPr/>
              <p:nvPr/>
            </p:nvSpPr>
            <p:spPr>
              <a:xfrm>
                <a:off x="2030971" y="717040"/>
                <a:ext cx="2245689" cy="2268487"/>
              </a:xfrm>
              <a:prstGeom prst="ellipse">
                <a:avLst/>
              </a:prstGeom>
              <a:solidFill>
                <a:srgbClr val="FFC000">
                  <a:alpha val="20000"/>
                </a:srgbClr>
              </a:solidFill>
              <a:ln w="38100">
                <a:solidFill>
                  <a:schemeClr val="tx1">
                    <a:alpha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ko-KR" altLang="en-US" sz="4000" i="1">
                  <a:latin typeface="휴먼옛체" panose="02030504000101010101" pitchFamily="18" charset="-127"/>
                  <a:ea typeface="휴먼옛체" panose="02030504000101010101" pitchFamily="18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1738912" y="1648658"/>
                <a:ext cx="2850173" cy="4058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C000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endParaRPr lang="ko-KR" altLang="en-US" sz="4000" i="1">
                  <a:latin typeface="휴먼옛체" panose="02030504000101010101" pitchFamily="18" charset="-127"/>
                  <a:ea typeface="휴먼옛체" panose="02030504000101010101" pitchFamily="18" charset="-127"/>
                </a:endParaRPr>
              </a:p>
            </p:txBody>
          </p:sp>
        </p:grpSp>
        <p:sp>
          <p:nvSpPr>
            <p:cNvPr id="39" name="직사각형 38"/>
            <p:cNvSpPr/>
            <p:nvPr/>
          </p:nvSpPr>
          <p:spPr>
            <a:xfrm>
              <a:off x="644835" y="1600871"/>
              <a:ext cx="4668026" cy="450337"/>
            </a:xfrm>
            <a:prstGeom prst="rect">
              <a:avLst/>
            </a:prstGeom>
            <a:solidFill>
              <a:srgbClr val="002060">
                <a:alpha val="6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ko-KR" altLang="en-US" sz="4000" i="1">
                <a:latin typeface="휴먼옛체" panose="02030504000101010101" pitchFamily="18" charset="-127"/>
                <a:ea typeface="휴먼옛체" panose="02030504000101010101" pitchFamily="18" charset="-127"/>
              </a:endParaRPr>
            </a:p>
          </p:txBody>
        </p:sp>
      </p:grp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6615839A-A3FE-2B32-4189-187BE674DC5D}"/>
              </a:ext>
            </a:extLst>
          </p:cNvPr>
          <p:cNvSpPr/>
          <p:nvPr/>
        </p:nvSpPr>
        <p:spPr>
          <a:xfrm rot="10800000">
            <a:off x="8788039" y="3920170"/>
            <a:ext cx="180488" cy="134837"/>
          </a:xfrm>
          <a:prstGeom prst="triangle">
            <a:avLst>
              <a:gd name="adj" fmla="val 61630"/>
            </a:avLst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891" y="4426914"/>
            <a:ext cx="2098675" cy="644038"/>
          </a:xfrm>
          <a:prstGeom prst="rect">
            <a:avLst/>
          </a:prstGeom>
        </p:spPr>
      </p:pic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8CCEF90-7704-B196-8C86-91C94AF8CF57}"/>
              </a:ext>
            </a:extLst>
          </p:cNvPr>
          <p:cNvCxnSpPr/>
          <p:nvPr/>
        </p:nvCxnSpPr>
        <p:spPr>
          <a:xfrm flipH="1">
            <a:off x="8815097" y="4051981"/>
            <a:ext cx="131959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4C5D6901-EE3C-2D46-E92E-BABE3EC0A194}"/>
              </a:ext>
            </a:extLst>
          </p:cNvPr>
          <p:cNvSpPr/>
          <p:nvPr/>
        </p:nvSpPr>
        <p:spPr>
          <a:xfrm rot="20547583">
            <a:off x="8756518" y="4422775"/>
            <a:ext cx="243530" cy="1000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67710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</Words>
  <Application>Microsoft Office PowerPoint</Application>
  <PresentationFormat>와이드스크린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휴먼옛체</vt:lpstr>
      <vt:lpstr>Arial</vt:lpstr>
      <vt:lpstr>Cooper Black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sbd</dc:creator>
  <cp:lastModifiedBy>sbd</cp:lastModifiedBy>
  <cp:revision>10</cp:revision>
  <dcterms:created xsi:type="dcterms:W3CDTF">2024-07-07T03:24:10Z</dcterms:created>
  <dcterms:modified xsi:type="dcterms:W3CDTF">2026-01-11T22:56:15Z</dcterms:modified>
</cp:coreProperties>
</file>