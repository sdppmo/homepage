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67ECB-A598-4D66-9B44-35AD824C9C45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8D450-DCB9-48BE-977B-F64C45AACF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156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67ECB-A598-4D66-9B44-35AD824C9C45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8D450-DCB9-48BE-977B-F64C45AACF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3379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67ECB-A598-4D66-9B44-35AD824C9C45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8D450-DCB9-48BE-977B-F64C45AACF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1606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67ECB-A598-4D66-9B44-35AD824C9C45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8D450-DCB9-48BE-977B-F64C45AACF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3029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67ECB-A598-4D66-9B44-35AD824C9C45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8D450-DCB9-48BE-977B-F64C45AACF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6637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67ECB-A598-4D66-9B44-35AD824C9C45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8D450-DCB9-48BE-977B-F64C45AACF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9360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67ECB-A598-4D66-9B44-35AD824C9C45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8D450-DCB9-48BE-977B-F64C45AACF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2984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67ECB-A598-4D66-9B44-35AD824C9C45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8D450-DCB9-48BE-977B-F64C45AACF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6838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67ECB-A598-4D66-9B44-35AD824C9C45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8D450-DCB9-48BE-977B-F64C45AACF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0351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67ECB-A598-4D66-9B44-35AD824C9C45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8D450-DCB9-48BE-977B-F64C45AACF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6630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67ECB-A598-4D66-9B44-35AD824C9C45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8D450-DCB9-48BE-977B-F64C45AACF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1559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767ECB-A598-4D66-9B44-35AD824C9C45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48D450-DCB9-48BE-977B-F64C45AACF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8049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Castellated beam opening geometry [4]. 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grpSp>
        <p:nvGrpSpPr>
          <p:cNvPr id="2" name="그룹 1"/>
          <p:cNvGrpSpPr/>
          <p:nvPr/>
        </p:nvGrpSpPr>
        <p:grpSpPr>
          <a:xfrm>
            <a:off x="201090" y="2357098"/>
            <a:ext cx="4385425" cy="2243931"/>
            <a:chOff x="897775" y="1950698"/>
            <a:chExt cx="7385165" cy="3592279"/>
          </a:xfrm>
        </p:grpSpPr>
        <p:cxnSp>
          <p:nvCxnSpPr>
            <p:cNvPr id="15" name="직선 연결선 14"/>
            <p:cNvCxnSpPr/>
            <p:nvPr/>
          </p:nvCxnSpPr>
          <p:spPr>
            <a:xfrm>
              <a:off x="2049612" y="1978429"/>
              <a:ext cx="6126648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/>
            <p:cNvCxnSpPr/>
            <p:nvPr/>
          </p:nvCxnSpPr>
          <p:spPr>
            <a:xfrm>
              <a:off x="2049612" y="2123614"/>
              <a:ext cx="6126648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>
              <a:off x="2049612" y="4531129"/>
              <a:ext cx="6233328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/>
            <p:cNvCxnSpPr/>
            <p:nvPr/>
          </p:nvCxnSpPr>
          <p:spPr>
            <a:xfrm>
              <a:off x="2049612" y="4676314"/>
              <a:ext cx="6233328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육각형 20"/>
            <p:cNvSpPr/>
            <p:nvPr/>
          </p:nvSpPr>
          <p:spPr>
            <a:xfrm>
              <a:off x="2522220" y="2441567"/>
              <a:ext cx="1912620" cy="1743730"/>
            </a:xfrm>
            <a:prstGeom prst="hexagon">
              <a:avLst/>
            </a:pr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육각형 21"/>
            <p:cNvSpPr/>
            <p:nvPr/>
          </p:nvSpPr>
          <p:spPr>
            <a:xfrm>
              <a:off x="5570220" y="2441567"/>
              <a:ext cx="1912620" cy="1743730"/>
            </a:xfrm>
            <a:prstGeom prst="hexagon">
              <a:avLst/>
            </a:pr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4" name="직선 화살표 연결선 23"/>
            <p:cNvCxnSpPr>
              <a:stCxn id="21" idx="0"/>
              <a:endCxn id="22" idx="3"/>
            </p:cNvCxnSpPr>
            <p:nvPr/>
          </p:nvCxnSpPr>
          <p:spPr>
            <a:xfrm>
              <a:off x="4434840" y="3313432"/>
              <a:ext cx="1135380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직사각형 40"/>
            <p:cNvSpPr/>
            <p:nvPr/>
          </p:nvSpPr>
          <p:spPr>
            <a:xfrm>
              <a:off x="4731936" y="2987860"/>
              <a:ext cx="434340" cy="2743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dirty="0" smtClean="0">
                  <a:solidFill>
                    <a:schemeClr val="tx1"/>
                  </a:solidFill>
                </a:rPr>
                <a:t>e</a:t>
              </a:r>
              <a:endParaRPr lang="ko-KR" altLang="en-US" sz="2800" dirty="0">
                <a:solidFill>
                  <a:schemeClr val="tx1"/>
                </a:solidFill>
              </a:endParaRPr>
            </a:p>
          </p:txBody>
        </p:sp>
        <p:cxnSp>
          <p:nvCxnSpPr>
            <p:cNvPr id="42" name="직선 화살표 연결선 41"/>
            <p:cNvCxnSpPr/>
            <p:nvPr/>
          </p:nvCxnSpPr>
          <p:spPr>
            <a:xfrm>
              <a:off x="4414736" y="5088892"/>
              <a:ext cx="3068104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직선 연결선 45"/>
            <p:cNvCxnSpPr>
              <a:stCxn id="21" idx="0"/>
            </p:cNvCxnSpPr>
            <p:nvPr/>
          </p:nvCxnSpPr>
          <p:spPr>
            <a:xfrm>
              <a:off x="4434840" y="3313432"/>
              <a:ext cx="0" cy="222954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>
              <a:off x="7482840" y="3313432"/>
              <a:ext cx="0" cy="222954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직사각형 48"/>
            <p:cNvSpPr/>
            <p:nvPr/>
          </p:nvSpPr>
          <p:spPr>
            <a:xfrm>
              <a:off x="5570220" y="4777686"/>
              <a:ext cx="434340" cy="2743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dirty="0" smtClean="0">
                  <a:solidFill>
                    <a:schemeClr val="tx1"/>
                  </a:solidFill>
                </a:rPr>
                <a:t>p</a:t>
              </a:r>
              <a:endParaRPr lang="ko-KR" alt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2746925" y="3245672"/>
              <a:ext cx="685801" cy="2743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dirty="0" smtClean="0">
                  <a:solidFill>
                    <a:schemeClr val="tx1"/>
                  </a:solidFill>
                </a:rPr>
                <a:t>h</a:t>
              </a:r>
              <a:r>
                <a:rPr lang="en-US" altLang="ko-KR" sz="2800" baseline="-25000" dirty="0" smtClean="0">
                  <a:solidFill>
                    <a:schemeClr val="tx1"/>
                  </a:solidFill>
                </a:rPr>
                <a:t>o</a:t>
              </a:r>
              <a:endParaRPr lang="ko-KR" altLang="en-US" sz="2800" baseline="-25000" dirty="0">
                <a:solidFill>
                  <a:schemeClr val="tx1"/>
                </a:solidFill>
              </a:endParaRPr>
            </a:p>
          </p:txBody>
        </p:sp>
        <p:cxnSp>
          <p:nvCxnSpPr>
            <p:cNvPr id="51" name="직선 화살표 연결선 50"/>
            <p:cNvCxnSpPr/>
            <p:nvPr/>
          </p:nvCxnSpPr>
          <p:spPr>
            <a:xfrm flipV="1">
              <a:off x="3432726" y="2441568"/>
              <a:ext cx="0" cy="1738195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화살표 연결선 22"/>
            <p:cNvCxnSpPr/>
            <p:nvPr/>
          </p:nvCxnSpPr>
          <p:spPr>
            <a:xfrm flipV="1">
              <a:off x="1537424" y="1978430"/>
              <a:ext cx="0" cy="2725615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 flipH="1" flipV="1">
              <a:off x="897775" y="1950698"/>
              <a:ext cx="1151837" cy="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/>
            <p:cNvCxnSpPr/>
            <p:nvPr/>
          </p:nvCxnSpPr>
          <p:spPr>
            <a:xfrm flipH="1" flipV="1">
              <a:off x="897775" y="4704045"/>
              <a:ext cx="1151837" cy="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직사각형 26"/>
            <p:cNvSpPr/>
            <p:nvPr/>
          </p:nvSpPr>
          <p:spPr>
            <a:xfrm>
              <a:off x="986359" y="3245672"/>
              <a:ext cx="685801" cy="2743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dirty="0" smtClean="0">
                  <a:solidFill>
                    <a:schemeClr val="tx1"/>
                  </a:solidFill>
                </a:rPr>
                <a:t>d</a:t>
              </a:r>
              <a:r>
                <a:rPr lang="en-US" altLang="ko-KR" sz="2800" baseline="-25000" dirty="0" smtClean="0">
                  <a:solidFill>
                    <a:schemeClr val="tx1"/>
                  </a:solidFill>
                </a:rPr>
                <a:t>c</a:t>
              </a:r>
              <a:endParaRPr lang="ko-KR" altLang="en-US" sz="2800" baseline="-250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8" name="그룹 27"/>
          <p:cNvGrpSpPr/>
          <p:nvPr/>
        </p:nvGrpSpPr>
        <p:grpSpPr>
          <a:xfrm>
            <a:off x="4581125" y="2355571"/>
            <a:ext cx="4385425" cy="2243931"/>
            <a:chOff x="897775" y="1950698"/>
            <a:chExt cx="7385165" cy="3592279"/>
          </a:xfrm>
        </p:grpSpPr>
        <p:cxnSp>
          <p:nvCxnSpPr>
            <p:cNvPr id="29" name="직선 연결선 28"/>
            <p:cNvCxnSpPr/>
            <p:nvPr/>
          </p:nvCxnSpPr>
          <p:spPr>
            <a:xfrm>
              <a:off x="2049612" y="1978429"/>
              <a:ext cx="6126648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/>
            <p:cNvCxnSpPr/>
            <p:nvPr/>
          </p:nvCxnSpPr>
          <p:spPr>
            <a:xfrm>
              <a:off x="2049612" y="2123614"/>
              <a:ext cx="6126648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/>
            <p:cNvCxnSpPr/>
            <p:nvPr/>
          </p:nvCxnSpPr>
          <p:spPr>
            <a:xfrm>
              <a:off x="2049612" y="4531129"/>
              <a:ext cx="6233328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/>
          </p:nvCxnSpPr>
          <p:spPr>
            <a:xfrm>
              <a:off x="2049612" y="4676314"/>
              <a:ext cx="6233328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육각형 32"/>
            <p:cNvSpPr/>
            <p:nvPr/>
          </p:nvSpPr>
          <p:spPr>
            <a:xfrm>
              <a:off x="2522220" y="2441567"/>
              <a:ext cx="1912620" cy="1743730"/>
            </a:xfrm>
            <a:prstGeom prst="hexagon">
              <a:avLst/>
            </a:pr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육각형 33"/>
            <p:cNvSpPr/>
            <p:nvPr/>
          </p:nvSpPr>
          <p:spPr>
            <a:xfrm>
              <a:off x="5570220" y="2441567"/>
              <a:ext cx="1912620" cy="1743730"/>
            </a:xfrm>
            <a:prstGeom prst="hexagon">
              <a:avLst/>
            </a:pr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5" name="직선 화살표 연결선 34"/>
            <p:cNvCxnSpPr>
              <a:stCxn id="33" idx="0"/>
              <a:endCxn id="34" idx="3"/>
            </p:cNvCxnSpPr>
            <p:nvPr/>
          </p:nvCxnSpPr>
          <p:spPr>
            <a:xfrm>
              <a:off x="4434840" y="3313432"/>
              <a:ext cx="1135380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직사각형 35"/>
            <p:cNvSpPr/>
            <p:nvPr/>
          </p:nvSpPr>
          <p:spPr>
            <a:xfrm>
              <a:off x="4731936" y="2987860"/>
              <a:ext cx="434340" cy="2743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dirty="0" smtClean="0">
                  <a:solidFill>
                    <a:schemeClr val="tx1"/>
                  </a:solidFill>
                </a:rPr>
                <a:t>e</a:t>
              </a:r>
              <a:endParaRPr lang="ko-KR" altLang="en-US" sz="2800" dirty="0">
                <a:solidFill>
                  <a:schemeClr val="tx1"/>
                </a:solidFill>
              </a:endParaRPr>
            </a:p>
          </p:txBody>
        </p:sp>
        <p:cxnSp>
          <p:nvCxnSpPr>
            <p:cNvPr id="37" name="직선 화살표 연결선 36"/>
            <p:cNvCxnSpPr/>
            <p:nvPr/>
          </p:nvCxnSpPr>
          <p:spPr>
            <a:xfrm>
              <a:off x="4414736" y="5088892"/>
              <a:ext cx="3068104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연결선 37"/>
            <p:cNvCxnSpPr>
              <a:stCxn id="33" idx="0"/>
            </p:cNvCxnSpPr>
            <p:nvPr/>
          </p:nvCxnSpPr>
          <p:spPr>
            <a:xfrm>
              <a:off x="4434840" y="3313432"/>
              <a:ext cx="0" cy="222954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연결선 38"/>
            <p:cNvCxnSpPr/>
            <p:nvPr/>
          </p:nvCxnSpPr>
          <p:spPr>
            <a:xfrm>
              <a:off x="7482840" y="3313432"/>
              <a:ext cx="0" cy="222954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직사각형 39"/>
            <p:cNvSpPr/>
            <p:nvPr/>
          </p:nvSpPr>
          <p:spPr>
            <a:xfrm>
              <a:off x="5570220" y="4777686"/>
              <a:ext cx="434340" cy="2743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dirty="0" smtClean="0">
                  <a:solidFill>
                    <a:schemeClr val="tx1"/>
                  </a:solidFill>
                </a:rPr>
                <a:t>p</a:t>
              </a:r>
              <a:endParaRPr lang="ko-KR" alt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2746925" y="3245672"/>
              <a:ext cx="685801" cy="2743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dirty="0" smtClean="0">
                  <a:solidFill>
                    <a:schemeClr val="tx1"/>
                  </a:solidFill>
                </a:rPr>
                <a:t>h</a:t>
              </a:r>
              <a:r>
                <a:rPr lang="en-US" altLang="ko-KR" sz="2800" baseline="-25000" dirty="0" smtClean="0">
                  <a:solidFill>
                    <a:schemeClr val="tx1"/>
                  </a:solidFill>
                </a:rPr>
                <a:t>o</a:t>
              </a:r>
              <a:endParaRPr lang="ko-KR" altLang="en-US" sz="2800" baseline="-25000" dirty="0">
                <a:solidFill>
                  <a:schemeClr val="tx1"/>
                </a:solidFill>
              </a:endParaRPr>
            </a:p>
          </p:txBody>
        </p:sp>
        <p:cxnSp>
          <p:nvCxnSpPr>
            <p:cNvPr id="44" name="직선 화살표 연결선 43"/>
            <p:cNvCxnSpPr/>
            <p:nvPr/>
          </p:nvCxnSpPr>
          <p:spPr>
            <a:xfrm flipV="1">
              <a:off x="3432726" y="2441568"/>
              <a:ext cx="0" cy="1738195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화살표 연결선 44"/>
            <p:cNvCxnSpPr/>
            <p:nvPr/>
          </p:nvCxnSpPr>
          <p:spPr>
            <a:xfrm flipV="1">
              <a:off x="1537424" y="1978430"/>
              <a:ext cx="0" cy="2725615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연결선 47"/>
            <p:cNvCxnSpPr/>
            <p:nvPr/>
          </p:nvCxnSpPr>
          <p:spPr>
            <a:xfrm flipH="1" flipV="1">
              <a:off x="897775" y="1950698"/>
              <a:ext cx="1151837" cy="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연결선 51"/>
            <p:cNvCxnSpPr/>
            <p:nvPr/>
          </p:nvCxnSpPr>
          <p:spPr>
            <a:xfrm flipH="1" flipV="1">
              <a:off x="897775" y="4704045"/>
              <a:ext cx="1151837" cy="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직사각형 52"/>
            <p:cNvSpPr/>
            <p:nvPr/>
          </p:nvSpPr>
          <p:spPr>
            <a:xfrm>
              <a:off x="986359" y="3245672"/>
              <a:ext cx="685801" cy="2743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dirty="0" smtClean="0">
                  <a:solidFill>
                    <a:schemeClr val="tx1"/>
                  </a:solidFill>
                </a:rPr>
                <a:t>d</a:t>
              </a:r>
              <a:r>
                <a:rPr lang="en-US" altLang="ko-KR" sz="2800" baseline="-25000" dirty="0" smtClean="0">
                  <a:solidFill>
                    <a:schemeClr val="tx1"/>
                  </a:solidFill>
                </a:rPr>
                <a:t>c</a:t>
              </a:r>
              <a:endParaRPr lang="ko-KR" altLang="en-US" sz="2800" baseline="-250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13591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Castellated beam opening geometry [4]. 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cxnSp>
        <p:nvCxnSpPr>
          <p:cNvPr id="15" name="직선 연결선 14"/>
          <p:cNvCxnSpPr/>
          <p:nvPr/>
        </p:nvCxnSpPr>
        <p:spPr>
          <a:xfrm>
            <a:off x="1724824" y="1226755"/>
            <a:ext cx="3638098" cy="0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1724824" y="1317446"/>
            <a:ext cx="3638098" cy="0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1724824" y="2821309"/>
            <a:ext cx="3701446" cy="0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/>
        </p:nvCxnSpPr>
        <p:spPr>
          <a:xfrm>
            <a:off x="1724824" y="2912000"/>
            <a:ext cx="3701446" cy="0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육각형 20"/>
          <p:cNvSpPr/>
          <p:nvPr/>
        </p:nvSpPr>
        <p:spPr>
          <a:xfrm>
            <a:off x="2005466" y="1516056"/>
            <a:ext cx="1135743" cy="1089228"/>
          </a:xfrm>
          <a:prstGeom prst="hexagon">
            <a:avLst/>
          </a:prstGeom>
          <a:noFill/>
          <a:ln w="508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육각형 21"/>
          <p:cNvSpPr/>
          <p:nvPr/>
        </p:nvSpPr>
        <p:spPr>
          <a:xfrm>
            <a:off x="3815415" y="1516056"/>
            <a:ext cx="1135743" cy="1089228"/>
          </a:xfrm>
          <a:prstGeom prst="hexagon">
            <a:avLst/>
          </a:prstGeom>
          <a:noFill/>
          <a:ln w="508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9" name="직선 연결선 28"/>
          <p:cNvCxnSpPr/>
          <p:nvPr/>
        </p:nvCxnSpPr>
        <p:spPr>
          <a:xfrm>
            <a:off x="6104859" y="1225228"/>
            <a:ext cx="3638098" cy="0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/>
          <p:nvPr/>
        </p:nvCxnSpPr>
        <p:spPr>
          <a:xfrm>
            <a:off x="6104859" y="1315919"/>
            <a:ext cx="3638098" cy="0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>
            <a:off x="6104859" y="2819782"/>
            <a:ext cx="3701446" cy="0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>
            <a:off x="6104859" y="2910473"/>
            <a:ext cx="3701446" cy="0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육각형 32"/>
          <p:cNvSpPr/>
          <p:nvPr/>
        </p:nvSpPr>
        <p:spPr>
          <a:xfrm>
            <a:off x="6385501" y="1514529"/>
            <a:ext cx="1135743" cy="1089228"/>
          </a:xfrm>
          <a:prstGeom prst="hexagon">
            <a:avLst/>
          </a:prstGeom>
          <a:noFill/>
          <a:ln w="508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육각형 33"/>
          <p:cNvSpPr/>
          <p:nvPr/>
        </p:nvSpPr>
        <p:spPr>
          <a:xfrm>
            <a:off x="8195450" y="1514529"/>
            <a:ext cx="1135743" cy="1089228"/>
          </a:xfrm>
          <a:prstGeom prst="hexagon">
            <a:avLst/>
          </a:prstGeom>
          <a:noFill/>
          <a:ln w="508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6188043" y="656195"/>
            <a:ext cx="3476625" cy="5274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5"/>
          <p:cNvCxnSpPr/>
          <p:nvPr/>
        </p:nvCxnSpPr>
        <p:spPr>
          <a:xfrm flipH="1">
            <a:off x="6811348" y="656195"/>
            <a:ext cx="447868" cy="5274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/>
          <p:cNvCxnSpPr/>
          <p:nvPr/>
        </p:nvCxnSpPr>
        <p:spPr>
          <a:xfrm flipH="1">
            <a:off x="6953372" y="656195"/>
            <a:ext cx="447868" cy="5274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/>
          <p:cNvCxnSpPr/>
          <p:nvPr/>
        </p:nvCxnSpPr>
        <p:spPr>
          <a:xfrm flipH="1">
            <a:off x="8195450" y="656195"/>
            <a:ext cx="447868" cy="5274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/>
          <p:cNvCxnSpPr/>
          <p:nvPr/>
        </p:nvCxnSpPr>
        <p:spPr>
          <a:xfrm flipH="1">
            <a:off x="8315453" y="656195"/>
            <a:ext cx="447868" cy="5274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타원 7"/>
          <p:cNvSpPr/>
          <p:nvPr/>
        </p:nvSpPr>
        <p:spPr>
          <a:xfrm>
            <a:off x="7080925" y="941583"/>
            <a:ext cx="166202" cy="152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타원 56"/>
          <p:cNvSpPr/>
          <p:nvPr/>
        </p:nvSpPr>
        <p:spPr>
          <a:xfrm>
            <a:off x="6750268" y="1033560"/>
            <a:ext cx="118812" cy="1192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타원 57"/>
          <p:cNvSpPr/>
          <p:nvPr/>
        </p:nvSpPr>
        <p:spPr>
          <a:xfrm>
            <a:off x="8199284" y="767529"/>
            <a:ext cx="166202" cy="152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타원 58"/>
          <p:cNvSpPr/>
          <p:nvPr/>
        </p:nvSpPr>
        <p:spPr>
          <a:xfrm>
            <a:off x="6997918" y="767529"/>
            <a:ext cx="118812" cy="1192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타원 59"/>
          <p:cNvSpPr/>
          <p:nvPr/>
        </p:nvSpPr>
        <p:spPr>
          <a:xfrm>
            <a:off x="8222979" y="992172"/>
            <a:ext cx="118812" cy="1192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타원 60"/>
          <p:cNvSpPr/>
          <p:nvPr/>
        </p:nvSpPr>
        <p:spPr>
          <a:xfrm>
            <a:off x="8456286" y="843729"/>
            <a:ext cx="166202" cy="152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직사각형 61"/>
          <p:cNvSpPr/>
          <p:nvPr/>
        </p:nvSpPr>
        <p:spPr>
          <a:xfrm>
            <a:off x="1808740" y="656195"/>
            <a:ext cx="3476625" cy="52746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No Slab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63" name="직선 연결선 62"/>
          <p:cNvCxnSpPr/>
          <p:nvPr/>
        </p:nvCxnSpPr>
        <p:spPr>
          <a:xfrm>
            <a:off x="1724824" y="3951294"/>
            <a:ext cx="3638098" cy="0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/>
          <p:nvPr/>
        </p:nvCxnSpPr>
        <p:spPr>
          <a:xfrm>
            <a:off x="1724824" y="4041985"/>
            <a:ext cx="3638098" cy="0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/>
          <p:cNvCxnSpPr/>
          <p:nvPr/>
        </p:nvCxnSpPr>
        <p:spPr>
          <a:xfrm>
            <a:off x="1724824" y="5545848"/>
            <a:ext cx="3701446" cy="0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/>
          <p:cNvCxnSpPr/>
          <p:nvPr/>
        </p:nvCxnSpPr>
        <p:spPr>
          <a:xfrm>
            <a:off x="1724824" y="5636539"/>
            <a:ext cx="3701446" cy="0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육각형 66"/>
          <p:cNvSpPr/>
          <p:nvPr/>
        </p:nvSpPr>
        <p:spPr>
          <a:xfrm>
            <a:off x="2005466" y="4240595"/>
            <a:ext cx="1135743" cy="1089228"/>
          </a:xfrm>
          <a:prstGeom prst="hexagon">
            <a:avLst/>
          </a:prstGeom>
          <a:noFill/>
          <a:ln w="508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육각형 67"/>
          <p:cNvSpPr/>
          <p:nvPr/>
        </p:nvSpPr>
        <p:spPr>
          <a:xfrm>
            <a:off x="3815415" y="4240595"/>
            <a:ext cx="1135743" cy="1089228"/>
          </a:xfrm>
          <a:prstGeom prst="hexagon">
            <a:avLst/>
          </a:prstGeom>
          <a:noFill/>
          <a:ln w="508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9" name="직선 연결선 68"/>
          <p:cNvCxnSpPr/>
          <p:nvPr/>
        </p:nvCxnSpPr>
        <p:spPr>
          <a:xfrm>
            <a:off x="6104859" y="3949767"/>
            <a:ext cx="3638098" cy="0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/>
          <p:cNvCxnSpPr/>
          <p:nvPr/>
        </p:nvCxnSpPr>
        <p:spPr>
          <a:xfrm>
            <a:off x="6104859" y="4040458"/>
            <a:ext cx="3638098" cy="0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/>
          <p:cNvCxnSpPr/>
          <p:nvPr/>
        </p:nvCxnSpPr>
        <p:spPr>
          <a:xfrm>
            <a:off x="6104859" y="5544321"/>
            <a:ext cx="3701446" cy="0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/>
          <p:cNvCxnSpPr/>
          <p:nvPr/>
        </p:nvCxnSpPr>
        <p:spPr>
          <a:xfrm>
            <a:off x="6104859" y="5635012"/>
            <a:ext cx="3701446" cy="0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육각형 72"/>
          <p:cNvSpPr/>
          <p:nvPr/>
        </p:nvSpPr>
        <p:spPr>
          <a:xfrm>
            <a:off x="6385501" y="4239068"/>
            <a:ext cx="1135743" cy="1089228"/>
          </a:xfrm>
          <a:prstGeom prst="hexagon">
            <a:avLst/>
          </a:prstGeom>
          <a:noFill/>
          <a:ln w="508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육각형 73"/>
          <p:cNvSpPr/>
          <p:nvPr/>
        </p:nvSpPr>
        <p:spPr>
          <a:xfrm>
            <a:off x="8195450" y="4239068"/>
            <a:ext cx="1135743" cy="1089228"/>
          </a:xfrm>
          <a:prstGeom prst="hexagon">
            <a:avLst/>
          </a:prstGeom>
          <a:noFill/>
          <a:ln w="508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직사각형 74"/>
          <p:cNvSpPr/>
          <p:nvPr/>
        </p:nvSpPr>
        <p:spPr>
          <a:xfrm>
            <a:off x="6188043" y="3380734"/>
            <a:ext cx="3476625" cy="5274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6" name="직선 연결선 75"/>
          <p:cNvCxnSpPr/>
          <p:nvPr/>
        </p:nvCxnSpPr>
        <p:spPr>
          <a:xfrm flipH="1">
            <a:off x="6811348" y="3380734"/>
            <a:ext cx="447868" cy="5274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/>
          <p:cNvCxnSpPr/>
          <p:nvPr/>
        </p:nvCxnSpPr>
        <p:spPr>
          <a:xfrm flipH="1">
            <a:off x="6953372" y="3380734"/>
            <a:ext cx="447868" cy="5274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/>
          <p:cNvCxnSpPr/>
          <p:nvPr/>
        </p:nvCxnSpPr>
        <p:spPr>
          <a:xfrm flipH="1">
            <a:off x="8195450" y="3380734"/>
            <a:ext cx="447868" cy="5274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 78"/>
          <p:cNvCxnSpPr/>
          <p:nvPr/>
        </p:nvCxnSpPr>
        <p:spPr>
          <a:xfrm flipH="1">
            <a:off x="8315453" y="3380734"/>
            <a:ext cx="447868" cy="5274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타원 79"/>
          <p:cNvSpPr/>
          <p:nvPr/>
        </p:nvSpPr>
        <p:spPr>
          <a:xfrm>
            <a:off x="7080925" y="3666122"/>
            <a:ext cx="166202" cy="152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타원 80"/>
          <p:cNvSpPr/>
          <p:nvPr/>
        </p:nvSpPr>
        <p:spPr>
          <a:xfrm>
            <a:off x="6750268" y="3758099"/>
            <a:ext cx="118812" cy="1192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/>
          <p:cNvSpPr/>
          <p:nvPr/>
        </p:nvSpPr>
        <p:spPr>
          <a:xfrm>
            <a:off x="8199284" y="3492068"/>
            <a:ext cx="166202" cy="152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타원 82"/>
          <p:cNvSpPr/>
          <p:nvPr/>
        </p:nvSpPr>
        <p:spPr>
          <a:xfrm>
            <a:off x="6997918" y="3492068"/>
            <a:ext cx="118812" cy="1192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타원 83"/>
          <p:cNvSpPr/>
          <p:nvPr/>
        </p:nvSpPr>
        <p:spPr>
          <a:xfrm>
            <a:off x="8222979" y="3716711"/>
            <a:ext cx="118812" cy="1192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타원 84"/>
          <p:cNvSpPr/>
          <p:nvPr/>
        </p:nvSpPr>
        <p:spPr>
          <a:xfrm>
            <a:off x="8456286" y="3568268"/>
            <a:ext cx="166202" cy="152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직사각형 85"/>
          <p:cNvSpPr/>
          <p:nvPr/>
        </p:nvSpPr>
        <p:spPr>
          <a:xfrm>
            <a:off x="1808740" y="3380734"/>
            <a:ext cx="3476625" cy="52746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No Slab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724824" y="4562669"/>
            <a:ext cx="3388352" cy="354564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직사각형 86"/>
          <p:cNvSpPr/>
          <p:nvPr/>
        </p:nvSpPr>
        <p:spPr>
          <a:xfrm>
            <a:off x="6229732" y="4562669"/>
            <a:ext cx="3388352" cy="354564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26062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12</Words>
  <Application>Microsoft Office PowerPoint</Application>
  <PresentationFormat>와이드스크린</PresentationFormat>
  <Paragraphs>10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sbd</dc:creator>
  <cp:lastModifiedBy>sbd</cp:lastModifiedBy>
  <cp:revision>6</cp:revision>
  <dcterms:created xsi:type="dcterms:W3CDTF">2026-01-28T10:47:14Z</dcterms:created>
  <dcterms:modified xsi:type="dcterms:W3CDTF">2026-01-29T09:36:25Z</dcterms:modified>
</cp:coreProperties>
</file>