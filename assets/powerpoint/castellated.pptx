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56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379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1606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029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6637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360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2984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6838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351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630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559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67ECB-A598-4D66-9B44-35AD824C9C45}" type="datetimeFigureOut">
              <a:rPr lang="ko-KR" altLang="en-US" smtClean="0"/>
              <a:t>2026-01-28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48D450-DCB9-48BE-977B-F64C45AACF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8049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Castellated beam opening geometry [4]. 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cxnSp>
        <p:nvCxnSpPr>
          <p:cNvPr id="15" name="직선 연결선 14"/>
          <p:cNvCxnSpPr/>
          <p:nvPr/>
        </p:nvCxnSpPr>
        <p:spPr>
          <a:xfrm>
            <a:off x="2049612" y="1978429"/>
            <a:ext cx="6126648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2049612" y="2123614"/>
            <a:ext cx="6126648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>
            <a:off x="2049612" y="4531129"/>
            <a:ext cx="6233328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2049612" y="4676314"/>
            <a:ext cx="6233328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육각형 20"/>
          <p:cNvSpPr/>
          <p:nvPr/>
        </p:nvSpPr>
        <p:spPr>
          <a:xfrm>
            <a:off x="2522220" y="2441567"/>
            <a:ext cx="1912620" cy="1743730"/>
          </a:xfrm>
          <a:prstGeom prst="hexagon">
            <a:avLst/>
          </a:prstGeom>
          <a:noFill/>
          <a:ln w="508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육각형 21"/>
          <p:cNvSpPr/>
          <p:nvPr/>
        </p:nvSpPr>
        <p:spPr>
          <a:xfrm>
            <a:off x="5570220" y="2441567"/>
            <a:ext cx="1912620" cy="1743730"/>
          </a:xfrm>
          <a:prstGeom prst="hexagon">
            <a:avLst/>
          </a:prstGeom>
          <a:noFill/>
          <a:ln w="508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화살표 연결선 23"/>
          <p:cNvCxnSpPr>
            <a:stCxn id="21" idx="0"/>
            <a:endCxn id="22" idx="3"/>
          </p:cNvCxnSpPr>
          <p:nvPr/>
        </p:nvCxnSpPr>
        <p:spPr>
          <a:xfrm>
            <a:off x="4434840" y="3313432"/>
            <a:ext cx="113538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4731936" y="2987860"/>
            <a:ext cx="434340" cy="2743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smtClean="0">
                <a:solidFill>
                  <a:schemeClr val="tx1"/>
                </a:solidFill>
              </a:rPr>
              <a:t>e</a:t>
            </a:r>
            <a:endParaRPr lang="ko-KR" altLang="en-US" sz="2800" dirty="0">
              <a:solidFill>
                <a:schemeClr val="tx1"/>
              </a:solidFill>
            </a:endParaRPr>
          </a:p>
        </p:txBody>
      </p:sp>
      <p:cxnSp>
        <p:nvCxnSpPr>
          <p:cNvPr id="42" name="직선 화살표 연결선 41"/>
          <p:cNvCxnSpPr/>
          <p:nvPr/>
        </p:nvCxnSpPr>
        <p:spPr>
          <a:xfrm>
            <a:off x="4414736" y="5088892"/>
            <a:ext cx="306810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/>
          <p:cNvCxnSpPr>
            <a:stCxn id="21" idx="0"/>
          </p:cNvCxnSpPr>
          <p:nvPr/>
        </p:nvCxnSpPr>
        <p:spPr>
          <a:xfrm>
            <a:off x="4434840" y="3313432"/>
            <a:ext cx="0" cy="2229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/>
          <p:cNvCxnSpPr/>
          <p:nvPr/>
        </p:nvCxnSpPr>
        <p:spPr>
          <a:xfrm>
            <a:off x="7482840" y="3313432"/>
            <a:ext cx="0" cy="2229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/>
          <p:cNvSpPr/>
          <p:nvPr/>
        </p:nvSpPr>
        <p:spPr>
          <a:xfrm>
            <a:off x="5570220" y="4777686"/>
            <a:ext cx="434340" cy="2743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smtClean="0">
                <a:solidFill>
                  <a:schemeClr val="tx1"/>
                </a:solidFill>
              </a:rPr>
              <a:t>p</a:t>
            </a:r>
            <a:endParaRPr lang="ko-KR" altLang="en-US" sz="2800" dirty="0">
              <a:solidFill>
                <a:schemeClr val="tx1"/>
              </a:solidFill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2746925" y="3245672"/>
            <a:ext cx="685801" cy="2743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smtClean="0">
                <a:solidFill>
                  <a:schemeClr val="tx1"/>
                </a:solidFill>
              </a:rPr>
              <a:t>h</a:t>
            </a:r>
            <a:r>
              <a:rPr lang="en-US" altLang="ko-KR" sz="2800" baseline="-25000" dirty="0" smtClean="0">
                <a:solidFill>
                  <a:schemeClr val="tx1"/>
                </a:solidFill>
              </a:rPr>
              <a:t>o</a:t>
            </a:r>
            <a:endParaRPr lang="ko-KR" altLang="en-US" sz="2800" baseline="-25000" dirty="0">
              <a:solidFill>
                <a:schemeClr val="tx1"/>
              </a:solidFill>
            </a:endParaRPr>
          </a:p>
        </p:txBody>
      </p:sp>
      <p:cxnSp>
        <p:nvCxnSpPr>
          <p:cNvPr id="51" name="직선 화살표 연결선 50"/>
          <p:cNvCxnSpPr/>
          <p:nvPr/>
        </p:nvCxnSpPr>
        <p:spPr>
          <a:xfrm flipV="1">
            <a:off x="3432726" y="2441568"/>
            <a:ext cx="0" cy="173819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/>
          <p:cNvCxnSpPr/>
          <p:nvPr/>
        </p:nvCxnSpPr>
        <p:spPr>
          <a:xfrm flipV="1">
            <a:off x="1537424" y="1978430"/>
            <a:ext cx="0" cy="272561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 flipH="1" flipV="1">
            <a:off x="897775" y="1950698"/>
            <a:ext cx="1151837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 flipH="1" flipV="1">
            <a:off x="897775" y="4704045"/>
            <a:ext cx="1151837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직사각형 26"/>
          <p:cNvSpPr/>
          <p:nvPr/>
        </p:nvSpPr>
        <p:spPr>
          <a:xfrm>
            <a:off x="986359" y="3245672"/>
            <a:ext cx="685801" cy="2743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smtClean="0">
                <a:solidFill>
                  <a:schemeClr val="tx1"/>
                </a:solidFill>
              </a:rPr>
              <a:t>d</a:t>
            </a:r>
            <a:r>
              <a:rPr lang="en-US" altLang="ko-KR" sz="2800" baseline="-25000" dirty="0" smtClean="0">
                <a:solidFill>
                  <a:schemeClr val="tx1"/>
                </a:solidFill>
              </a:rPr>
              <a:t>c</a:t>
            </a:r>
            <a:endParaRPr lang="ko-KR" altLang="en-US" sz="2800" baseline="-25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3591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</Words>
  <Application>Microsoft Office PowerPoint</Application>
  <PresentationFormat>와이드스크린</PresentationFormat>
  <Paragraphs>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sbd</dc:creator>
  <cp:lastModifiedBy>sbd</cp:lastModifiedBy>
  <cp:revision>3</cp:revision>
  <dcterms:created xsi:type="dcterms:W3CDTF">2026-01-28T10:47:14Z</dcterms:created>
  <dcterms:modified xsi:type="dcterms:W3CDTF">2026-01-28T10:58:53Z</dcterms:modified>
</cp:coreProperties>
</file>